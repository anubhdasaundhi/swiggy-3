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-1234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Swiggy Restaurant Clustering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K-Means Clustering &amp; Data Preprocessing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Swiggy restaurant dataset</a:t>
            </a:r>
          </a:p>
          <a:p>
            <a:r>
              <a:t>• Perform data cleaning and preprocessing</a:t>
            </a:r>
          </a:p>
          <a:p>
            <a:r>
              <a:t>• Encode categorical features (City, Cuisine)</a:t>
            </a:r>
          </a:p>
          <a:p>
            <a:r>
              <a:t>• Apply K-Means clustering</a:t>
            </a:r>
          </a:p>
          <a:p>
            <a:r>
              <a:t>• Identify similar restaurant groups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Restaurant Name</a:t>
            </a:r>
          </a:p>
          <a:p>
            <a:r>
              <a:t>• City</a:t>
            </a:r>
          </a:p>
          <a:p>
            <a:r>
              <a:t>• Cuisine</a:t>
            </a:r>
          </a:p>
          <a:p>
            <a:r>
              <a:t>• Rating</a:t>
            </a:r>
          </a:p>
          <a:p>
            <a:r>
              <a:t>• Rating Count</a:t>
            </a:r>
          </a:p>
          <a:p>
            <a:r>
              <a:t>•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Pandas, NumPy</a:t>
            </a:r>
          </a:p>
          <a:p>
            <a:r>
              <a:t>• Scikit-learn</a:t>
            </a:r>
          </a:p>
          <a:p>
            <a:r>
              <a:t>• Matplotlib, Seaborn</a:t>
            </a:r>
          </a:p>
          <a:p>
            <a:r>
              <a:t>• Pickle (Model Saving)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Remove unnecessary columns</a:t>
            </a:r>
          </a:p>
          <a:p>
            <a:r>
              <a:t>• Handle missing values</a:t>
            </a:r>
          </a:p>
          <a:p>
            <a:r>
              <a:t>• Convert rating and cost to numeric</a:t>
            </a:r>
          </a:p>
          <a:p>
            <a:r>
              <a:t>• Clean rating count values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MultiLabelBinarizer for Cuisine</a:t>
            </a:r>
          </a:p>
          <a:p>
            <a:r>
              <a:t>• Encoding for City</a:t>
            </a:r>
          </a:p>
          <a:p>
            <a:r>
              <a:t>• Final dataset prepared for clustering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Elbow Method to find optimal clusters</a:t>
            </a:r>
          </a:p>
          <a:p>
            <a:r>
              <a:t>• K-Means Clustering applied</a:t>
            </a:r>
          </a:p>
          <a:p>
            <a:r>
              <a:t>• Final clusters selected: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Restaurants grouped into clusters</a:t>
            </a:r>
          </a:p>
          <a:p>
            <a:r>
              <a:t>• Similar cost, rating, cuisine grouped</a:t>
            </a:r>
          </a:p>
          <a:p>
            <a:r>
              <a:t>• Helps business insights and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df_final.csv - Cleaned dataset</a:t>
            </a:r>
          </a:p>
          <a:p>
            <a:r>
              <a:t>• DO.csv - Clustered dataset</a:t>
            </a:r>
          </a:p>
          <a:p>
            <a:r>
              <a:t>• kmeans_swiggy_model.pkl - Saved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Clustering helps understand restaurant patterns</a:t>
            </a:r>
          </a:p>
          <a:p>
            <a:r>
              <a:t>• Useful for marketing and recommendations</a:t>
            </a:r>
          </a:p>
          <a:p>
            <a:r>
              <a:t>• Can be extended with new features or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193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Swiggy Restaurant Clustering Project</vt:lpstr>
      <vt:lpstr>Project Overview</vt:lpstr>
      <vt:lpstr>Dataset Features</vt:lpstr>
      <vt:lpstr>Technologies Used</vt:lpstr>
      <vt:lpstr>Data Preprocessing</vt:lpstr>
      <vt:lpstr>Feature Engineering</vt:lpstr>
      <vt:lpstr>Clustering Method</vt:lpstr>
      <vt:lpstr>Results</vt:lpstr>
      <vt:lpstr>Output Files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Restaurant Clustering Project</dc:title>
  <dc:subject/>
  <dc:creator/>
  <cp:keywords/>
  <dc:description>generated using python-pptx</dc:description>
  <cp:lastModifiedBy>Manish Computers</cp:lastModifiedBy>
  <cp:revision>1</cp:revision>
  <dcterms:created xsi:type="dcterms:W3CDTF">2013-01-27T09:14:16Z</dcterms:created>
  <dcterms:modified xsi:type="dcterms:W3CDTF">2026-02-08T13:08:46Z</dcterms:modified>
  <cp:category/>
</cp:coreProperties>
</file>